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C8713-169F-CBD2-8541-8299CD449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8D244-AD52-D732-9795-AB2850145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B2874-A1FE-8FB8-2ED4-AB8157DCE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83BF1-AAF8-44B8-84B5-8C206568407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3F25C-6449-E754-7255-9C83BADAA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463C8-8622-4FF0-3E78-D409B954A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CF0AE-42CF-4DA9-88A1-554EA561B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56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D2802-AC4F-D6A2-DAB5-5E78689E5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5D8F5-C950-F014-D8E8-6289FF2C0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0D319-8F3D-6337-34DF-B5712F368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83BF1-AAF8-44B8-84B5-8C206568407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6F2C6-2CD9-0DE2-2CC5-F14E3A809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8F747-34FF-690E-7C86-6C29FFF6D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CF0AE-42CF-4DA9-88A1-554EA561B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57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80F74-E4B6-6A43-251B-E0E68EBEE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D933E-6B80-EE58-1892-193D30C58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81644-45BC-6F8D-28EF-F7294DC66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83BF1-AAF8-44B8-84B5-8C206568407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6B6CB-210B-0763-A20B-914BCA7A1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E22FE-84F1-643E-74EC-B23C36123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CF0AE-42CF-4DA9-88A1-554EA561B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912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48D0-80A2-E7AE-41B7-710FEA765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4A671-D883-ED20-38A3-2ECA34BB1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8CAA2A-287A-8B2E-91D2-E2510BDCE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7D0EF-C873-BAC6-06E7-EE3D6D63D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83BF1-AAF8-44B8-84B5-8C206568407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4A4BF5-2995-E2E3-E120-DFBEC575B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BA0A9C-5CCD-4599-7D1A-3E7F2AB5A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CF0AE-42CF-4DA9-88A1-554EA561B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62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63613-6A58-8D5D-4CEF-2CCA324CB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3B84B-E67A-8887-6D27-053CEEA8C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86BDB-470E-C4CE-A0CA-214A9A0DE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B1E32E-A0CB-0C8A-C311-F4A2B5CE6E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D06B5-CA5B-FA70-CB9B-AD37FE0842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B053C1-D9F0-E64F-2E65-20D067552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83BF1-AAF8-44B8-84B5-8C206568407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3FFCCB-AF83-678D-6A37-894151CBD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B13950-B6EB-769D-028A-0974A3B27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CF0AE-42CF-4DA9-88A1-554EA561B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08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1A624-21AF-3FD7-2499-2F35FD2B5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6EA954-90AC-DD2E-1EB2-21BD6C3C1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83BF1-AAF8-44B8-84B5-8C206568407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C701D0-FEB4-C462-E70D-E32E5E9DA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D41882-5ABC-4B6F-AD88-789861DDA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CF0AE-42CF-4DA9-88A1-554EA561B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557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EA89BA-67A1-04B2-3150-142CB9E9C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83BF1-AAF8-44B8-84B5-8C206568407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33EF8A-4C1C-C099-CF91-B9A8DCD89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A67F4-0D7A-E6D6-17EA-9A6EB8836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CF0AE-42CF-4DA9-88A1-554EA561B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602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7E119-6D17-B02D-1748-4EA47C416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B31BC-EDA7-71B9-9407-F263D375D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E4542A-3E97-76EC-C85C-CED26119B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1E862-D80B-21F1-F704-5A59C1220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83BF1-AAF8-44B8-84B5-8C206568407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93E60-F64F-E421-C6EF-A8E2D33C4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E2E7D-BFAF-A4B1-62BA-7993D256D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CF0AE-42CF-4DA9-88A1-554EA561B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06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6BA2E-1056-94A2-EB6A-E02042553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B4418F-9757-2D6C-5CAC-A58A0E2076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95590-C0F3-99ED-45A1-C0739BF7B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3E35E6-73D0-9DC3-C591-9103FE3D3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83BF1-AAF8-44B8-84B5-8C206568407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832C8-C85C-72C0-F5B7-EB4082C7C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F0A21-B3B4-73F9-B9B2-0F5C9D774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CF0AE-42CF-4DA9-88A1-554EA561B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773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1A49-C24A-77FD-300C-CF32992BF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0F44AB-EF4E-A434-2A8D-15E9906EB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0AAAD-66D1-6BBA-44C8-207C035BE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83BF1-AAF8-44B8-84B5-8C206568407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E9847-195E-5B3F-6393-0BD6AB164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F5129-BE23-493B-4901-E518C70BA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CF0AE-42CF-4DA9-88A1-554EA561B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619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72EBB3-E83B-F935-67D7-2F3D847A03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857B44-CD62-A609-819D-BFAA99A4A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540D6-5B0A-5B4E-92F7-F49DE25E0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83BF1-AAF8-44B8-84B5-8C206568407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DCD15-3F60-00AE-4F3E-61CF1DF5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E07B0-1155-A511-09B9-11A5A26D3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CF0AE-42CF-4DA9-88A1-554EA561B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699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0E379-AACD-4309-E5B7-35D456F37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2D7F4-D337-201B-0AA1-C03E9ABA9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6F4C2-FF33-7037-C371-D0343FB09A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083BF1-AAF8-44B8-84B5-8C206568407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9A0A8-1040-142B-C359-172ABDE879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395F6-D6FB-FDC1-428B-C20CCB983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ACF0AE-42CF-4DA9-88A1-554EA561B3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28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07D52C-7D0E-877E-F8F0-027E83B309DC}"/>
              </a:ext>
            </a:extLst>
          </p:cNvPr>
          <p:cNvSpPr/>
          <p:nvPr/>
        </p:nvSpPr>
        <p:spPr>
          <a:xfrm>
            <a:off x="4229100" y="1264158"/>
            <a:ext cx="1005840" cy="1714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7CF039-AA63-C65C-AAAA-5ECF832F2ED4}"/>
              </a:ext>
            </a:extLst>
          </p:cNvPr>
          <p:cNvSpPr/>
          <p:nvPr/>
        </p:nvSpPr>
        <p:spPr>
          <a:xfrm>
            <a:off x="4229100" y="1486375"/>
            <a:ext cx="1005840" cy="17145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5V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A3F6C2-730B-31C1-36D4-C9A622DE72AF}"/>
              </a:ext>
            </a:extLst>
          </p:cNvPr>
          <p:cNvSpPr/>
          <p:nvPr/>
        </p:nvSpPr>
        <p:spPr>
          <a:xfrm>
            <a:off x="4229100" y="1708592"/>
            <a:ext cx="1005840" cy="17145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5V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604E3E-B3D6-E414-E65A-DC41AD5C505E}"/>
              </a:ext>
            </a:extLst>
          </p:cNvPr>
          <p:cNvSpPr/>
          <p:nvPr/>
        </p:nvSpPr>
        <p:spPr>
          <a:xfrm>
            <a:off x="4229100" y="1930809"/>
            <a:ext cx="1005840" cy="171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Relay_in</a:t>
            </a:r>
            <a:endParaRPr lang="en-US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EBDC70-6AE8-14A8-BD8E-3FA55A3A3B95}"/>
              </a:ext>
            </a:extLst>
          </p:cNvPr>
          <p:cNvSpPr/>
          <p:nvPr/>
        </p:nvSpPr>
        <p:spPr>
          <a:xfrm>
            <a:off x="4229100" y="2153026"/>
            <a:ext cx="1005840" cy="1714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unused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6EC429-BAFA-855F-49EC-8F4805653A81}"/>
              </a:ext>
            </a:extLst>
          </p:cNvPr>
          <p:cNvSpPr/>
          <p:nvPr/>
        </p:nvSpPr>
        <p:spPr>
          <a:xfrm>
            <a:off x="4229100" y="2375243"/>
            <a:ext cx="1005840" cy="171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Relay_out</a:t>
            </a:r>
            <a:endParaRPr 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B6325A-A7D1-F9B1-DFEA-D78FC456CE52}"/>
              </a:ext>
            </a:extLst>
          </p:cNvPr>
          <p:cNvSpPr/>
          <p:nvPr/>
        </p:nvSpPr>
        <p:spPr>
          <a:xfrm>
            <a:off x="4229100" y="2597460"/>
            <a:ext cx="1005840" cy="1714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AFFEB5-DF78-62A8-F4E9-6EAD7381AEF3}"/>
              </a:ext>
            </a:extLst>
          </p:cNvPr>
          <p:cNvSpPr/>
          <p:nvPr/>
        </p:nvSpPr>
        <p:spPr>
          <a:xfrm>
            <a:off x="4229100" y="2819677"/>
            <a:ext cx="1005840" cy="1714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670B2F-644F-CC9C-57B4-8203EDB7CAF9}"/>
              </a:ext>
            </a:extLst>
          </p:cNvPr>
          <p:cNvSpPr/>
          <p:nvPr/>
        </p:nvSpPr>
        <p:spPr>
          <a:xfrm>
            <a:off x="4229100" y="3041894"/>
            <a:ext cx="1005840" cy="17145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5V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99855-8E2B-FA6C-6B96-9D94C601C895}"/>
              </a:ext>
            </a:extLst>
          </p:cNvPr>
          <p:cNvSpPr/>
          <p:nvPr/>
        </p:nvSpPr>
        <p:spPr>
          <a:xfrm>
            <a:off x="4229100" y="3264111"/>
            <a:ext cx="1005840" cy="1714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GND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48DCFE-BECF-EADF-F4F1-60336050152E}"/>
              </a:ext>
            </a:extLst>
          </p:cNvPr>
          <p:cNvSpPr/>
          <p:nvPr/>
        </p:nvSpPr>
        <p:spPr>
          <a:xfrm>
            <a:off x="4229100" y="3486328"/>
            <a:ext cx="1005840" cy="171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ADC ch0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AB0EEBF-4819-4C3A-FD9B-FE94F68DCF2F}"/>
              </a:ext>
            </a:extLst>
          </p:cNvPr>
          <p:cNvSpPr/>
          <p:nvPr/>
        </p:nvSpPr>
        <p:spPr>
          <a:xfrm>
            <a:off x="4229100" y="3708545"/>
            <a:ext cx="1005840" cy="171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ADC ch0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095F7A-A396-3277-DEA6-5C6C1D2C9305}"/>
              </a:ext>
            </a:extLst>
          </p:cNvPr>
          <p:cNvSpPr/>
          <p:nvPr/>
        </p:nvSpPr>
        <p:spPr>
          <a:xfrm>
            <a:off x="4229100" y="3930762"/>
            <a:ext cx="1005840" cy="171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ADC ch1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BAECB9-F928-D18B-493F-CA2FE64D06D8}"/>
              </a:ext>
            </a:extLst>
          </p:cNvPr>
          <p:cNvSpPr/>
          <p:nvPr/>
        </p:nvSpPr>
        <p:spPr>
          <a:xfrm>
            <a:off x="4229100" y="4152979"/>
            <a:ext cx="1005840" cy="171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ADC ch2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0BD9F4-C455-1212-9253-6DE56974B433}"/>
              </a:ext>
            </a:extLst>
          </p:cNvPr>
          <p:cNvSpPr/>
          <p:nvPr/>
        </p:nvSpPr>
        <p:spPr>
          <a:xfrm>
            <a:off x="4229100" y="4375196"/>
            <a:ext cx="1005840" cy="171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ADC ch3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F6AF76-AFE4-23A2-2171-F6DEAB909D95}"/>
              </a:ext>
            </a:extLst>
          </p:cNvPr>
          <p:cNvSpPr/>
          <p:nvPr/>
        </p:nvSpPr>
        <p:spPr>
          <a:xfrm>
            <a:off x="4229100" y="4597413"/>
            <a:ext cx="1005840" cy="171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ADC ch4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2424D3-FCEE-0DD1-14A3-B98F54F7596F}"/>
              </a:ext>
            </a:extLst>
          </p:cNvPr>
          <p:cNvSpPr/>
          <p:nvPr/>
        </p:nvSpPr>
        <p:spPr>
          <a:xfrm>
            <a:off x="4229100" y="4819630"/>
            <a:ext cx="1005840" cy="171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ADC ch5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353837-8D3D-0CBC-66C7-543972366666}"/>
              </a:ext>
            </a:extLst>
          </p:cNvPr>
          <p:cNvSpPr/>
          <p:nvPr/>
        </p:nvSpPr>
        <p:spPr>
          <a:xfrm>
            <a:off x="4229100" y="5041847"/>
            <a:ext cx="1005840" cy="171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ADC ch6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494398-9327-C783-4C18-8E39EF7A17BE}"/>
              </a:ext>
            </a:extLst>
          </p:cNvPr>
          <p:cNvSpPr/>
          <p:nvPr/>
        </p:nvSpPr>
        <p:spPr>
          <a:xfrm>
            <a:off x="4229100" y="5264061"/>
            <a:ext cx="1005840" cy="171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ADC ch7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1A8094-210B-BE54-C9FE-1AABB9A0CF45}"/>
              </a:ext>
            </a:extLst>
          </p:cNvPr>
          <p:cNvSpPr/>
          <p:nvPr/>
        </p:nvSpPr>
        <p:spPr>
          <a:xfrm rot="16200000">
            <a:off x="4924044" y="663511"/>
            <a:ext cx="1005840" cy="1714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GND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08A2CD-5593-28E3-09AB-79D98FFDBCFC}"/>
              </a:ext>
            </a:extLst>
          </p:cNvPr>
          <p:cNvSpPr/>
          <p:nvPr/>
        </p:nvSpPr>
        <p:spPr>
          <a:xfrm rot="16200000">
            <a:off x="5154931" y="663511"/>
            <a:ext cx="1005840" cy="17145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5V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7A6D3BB-53B4-8A5E-EB98-CD339EC97F6E}"/>
              </a:ext>
            </a:extLst>
          </p:cNvPr>
          <p:cNvSpPr/>
          <p:nvPr/>
        </p:nvSpPr>
        <p:spPr>
          <a:xfrm rot="16200000">
            <a:off x="5385818" y="663511"/>
            <a:ext cx="1005840" cy="1714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GND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6537B2-517B-2751-EAAA-2571C8ACC8F3}"/>
              </a:ext>
            </a:extLst>
          </p:cNvPr>
          <p:cNvSpPr/>
          <p:nvPr/>
        </p:nvSpPr>
        <p:spPr>
          <a:xfrm rot="16200000">
            <a:off x="5616705" y="663511"/>
            <a:ext cx="1005840" cy="171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RED LED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85811CB-C1B7-2B6E-D303-E280321F9236}"/>
              </a:ext>
            </a:extLst>
          </p:cNvPr>
          <p:cNvSpPr/>
          <p:nvPr/>
        </p:nvSpPr>
        <p:spPr>
          <a:xfrm rot="16200000">
            <a:off x="5847592" y="663511"/>
            <a:ext cx="1005840" cy="171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GREEN LED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7D6E2C-F4ED-549A-C050-C639299D50E8}"/>
              </a:ext>
            </a:extLst>
          </p:cNvPr>
          <p:cNvSpPr/>
          <p:nvPr/>
        </p:nvSpPr>
        <p:spPr>
          <a:xfrm>
            <a:off x="5341239" y="3708545"/>
            <a:ext cx="1280160" cy="1714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(vacuum)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19021E-D6F8-ADCA-E309-902763FC3C84}"/>
              </a:ext>
            </a:extLst>
          </p:cNvPr>
          <p:cNvSpPr/>
          <p:nvPr/>
        </p:nvSpPr>
        <p:spPr>
          <a:xfrm>
            <a:off x="5341239" y="3930762"/>
            <a:ext cx="1280160" cy="1714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(tank full)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7822E1-F19D-0EE0-3727-BED3E00C49B0}"/>
              </a:ext>
            </a:extLst>
          </p:cNvPr>
          <p:cNvSpPr/>
          <p:nvPr/>
        </p:nvSpPr>
        <p:spPr>
          <a:xfrm>
            <a:off x="5341237" y="4152979"/>
            <a:ext cx="1280160" cy="1714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(manual pump)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0165543-8D79-6BA4-468C-92AF8A8E2C62}"/>
              </a:ext>
            </a:extLst>
          </p:cNvPr>
          <p:cNvSpPr/>
          <p:nvPr/>
        </p:nvSpPr>
        <p:spPr>
          <a:xfrm>
            <a:off x="5341239" y="4375196"/>
            <a:ext cx="1280160" cy="1714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(tank empty)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4793CDC-7142-E0A4-7BF3-9D343F0D4EFA}"/>
              </a:ext>
            </a:extLst>
          </p:cNvPr>
          <p:cNvSpPr/>
          <p:nvPr/>
        </p:nvSpPr>
        <p:spPr>
          <a:xfrm>
            <a:off x="5341239" y="4819630"/>
            <a:ext cx="1280160" cy="1714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(system on)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91574C8-97EA-CC34-2DA5-9DA9ECAF18E4}"/>
              </a:ext>
            </a:extLst>
          </p:cNvPr>
          <p:cNvSpPr/>
          <p:nvPr/>
        </p:nvSpPr>
        <p:spPr>
          <a:xfrm>
            <a:off x="5341239" y="5041847"/>
            <a:ext cx="1280160" cy="1714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(system off)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267AA62-759C-F7C9-D37A-D17265040903}"/>
              </a:ext>
            </a:extLst>
          </p:cNvPr>
          <p:cNvSpPr/>
          <p:nvPr/>
        </p:nvSpPr>
        <p:spPr>
          <a:xfrm>
            <a:off x="5341239" y="5264061"/>
            <a:ext cx="1280160" cy="1714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(reset errors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5464A08-4068-1664-8788-2A1248B1F07B}"/>
              </a:ext>
            </a:extLst>
          </p:cNvPr>
          <p:cNvSpPr/>
          <p:nvPr/>
        </p:nvSpPr>
        <p:spPr>
          <a:xfrm>
            <a:off x="5341237" y="4594012"/>
            <a:ext cx="1280160" cy="1714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(unused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84305E4-516A-5491-03FE-14D26B74E473}"/>
              </a:ext>
            </a:extLst>
          </p:cNvPr>
          <p:cNvSpPr/>
          <p:nvPr/>
        </p:nvSpPr>
        <p:spPr>
          <a:xfrm>
            <a:off x="4137890" y="175491"/>
            <a:ext cx="3195597" cy="54183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9275A1B-45DE-404C-25AD-128EE981E1CA}"/>
              </a:ext>
            </a:extLst>
          </p:cNvPr>
          <p:cNvSpPr/>
          <p:nvPr/>
        </p:nvSpPr>
        <p:spPr>
          <a:xfrm rot="5400000">
            <a:off x="4691480" y="2708997"/>
            <a:ext cx="4829951" cy="2801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Raspberry Pi header</a:t>
            </a:r>
          </a:p>
        </p:txBody>
      </p:sp>
    </p:spTree>
    <p:extLst>
      <p:ext uri="{BB962C8B-B14F-4D97-AF65-F5344CB8AC3E}">
        <p14:creationId xmlns:p14="http://schemas.microsoft.com/office/powerpoint/2010/main" val="755141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70</Words>
  <Application>Microsoft Office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Jeremy Matt</dc:creator>
  <cp:lastModifiedBy>Jeremy Matt</cp:lastModifiedBy>
  <cp:revision>1</cp:revision>
  <dcterms:created xsi:type="dcterms:W3CDTF">2026-02-01T03:41:31Z</dcterms:created>
  <dcterms:modified xsi:type="dcterms:W3CDTF">2026-02-01T04:05:36Z</dcterms:modified>
</cp:coreProperties>
</file>