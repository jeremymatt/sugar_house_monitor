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47" d="100"/>
          <a:sy n="147" d="100"/>
        </p:scale>
        <p:origin x="112" y="1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C99DEE-C7A1-4F9B-A7C5-CE7AC89F69A0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3D41EA-55DB-4845-821E-19307F5C3E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4933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3D41EA-55DB-4845-821E-19307F5C3EF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4092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709C0-F95E-E564-5BCD-4B400F5934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BE48F9-83EF-0032-F6AE-67E1684781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165520-6F71-5BC3-73B6-7F64CCBC4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C2905-04D9-4486-99D9-B04B4CD2AC69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9E23D5-83E8-C2AB-969E-C69ED833E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02AF5F-4390-0941-2F15-80DF6B288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28BA4-2AAF-4AAC-9747-A1937C8D05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9996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0B0D0-BEEA-7FAB-D179-A7C0507F4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A758EB-7FFF-9EFF-6A81-EB6030A328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F1A50B-8ED5-D7AE-16E8-515C940A9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C2905-04D9-4486-99D9-B04B4CD2AC69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34D34B-6282-F73C-A50D-A0D388316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003F2C-212F-8C5D-DBF7-CBD5A96CA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28BA4-2AAF-4AAC-9747-A1937C8D05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131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3A803-3D8B-C20E-E434-FF5BC946E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910A38-01BD-A9BA-3F91-98BFAF177E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4F18EA-BE99-040C-6D24-10AAA940F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C2905-04D9-4486-99D9-B04B4CD2AC69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E6FB70-93A9-1B7F-2528-B4CA128D8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94B999-1D0A-934E-A231-D94FDFAB7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28BA4-2AAF-4AAC-9747-A1937C8D05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743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FB2B0-8A2D-BF2C-15D8-13C262A97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01C122-E57D-5325-2DC3-0C2D0F6AB6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D22B7A-CE1A-A68F-73D8-A0DD16D034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61708E-E95D-E6CC-7FB0-9BBEEF21E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C2905-04D9-4486-99D9-B04B4CD2AC69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2E93A2-77C5-A68A-EA93-0967E1E7A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FB7C3C-5B53-25EA-558A-D76C30BEF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28BA4-2AAF-4AAC-9747-A1937C8D05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0400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6B046-5976-EB95-3C68-1B488E7AF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5FA8DA-4C31-AB8F-1702-779C51BA7B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458F06-479A-CDDB-1207-37D5CC0E2C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E0965D-1F02-D850-FFC8-5B8DD91DD8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081756-45E3-9639-1CC8-EC41D644CA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0BFF71-44E1-A827-D552-34DDE8243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C2905-04D9-4486-99D9-B04B4CD2AC69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2CAE471-6791-9280-E6B6-BE539C840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D95784-08A1-7818-AD0D-BAEBD3562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28BA4-2AAF-4AAC-9747-A1937C8D05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8588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11033-EE90-73D0-00D0-E92325516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265F2E-DCD8-8DD2-C1F7-F4C8EA3E3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C2905-04D9-4486-99D9-B04B4CD2AC69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C71B09-547C-C56E-3380-F6695E017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F4D24C-9183-CF8B-BF68-69BEF2714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28BA4-2AAF-4AAC-9747-A1937C8D05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8371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C56A1C-7BD7-E148-4B89-B5B517246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C2905-04D9-4486-99D9-B04B4CD2AC69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72B3AE-CDAE-38FA-7FE2-B5B55C546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FFAC8A-79EB-121C-821D-4AC4CC4EE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28BA4-2AAF-4AAC-9747-A1937C8D05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4885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5C617-3356-C4E1-B64D-13905F618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3CA3B7-AE56-6719-5907-97DBB73059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1F10BD-167A-BC19-1696-97459C9EA5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59AA18-0877-2F6D-8FD9-4242AB5AA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C2905-04D9-4486-99D9-B04B4CD2AC69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6A9E79-788C-D7E0-EE81-A0F072069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2D9315-93EA-1B33-992D-BB900D893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28BA4-2AAF-4AAC-9747-A1937C8D05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0477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5314A-E39E-B129-4ED0-5F63BB99A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472616-3F77-F5AD-F9A0-61C7FC500D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3DC3CE-FAD6-C92A-642E-645F8EF57F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BE2165-881C-639B-D926-9DA70FE4F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C2905-04D9-4486-99D9-B04B4CD2AC69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7571B0-18AD-D9CA-6F1C-F21E504F9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092FF8-D0FA-4386-608B-DF94873BA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28BA4-2AAF-4AAC-9747-A1937C8D05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046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6AC83-8D4C-E526-AAF1-F3219E3B4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F8DD43-FCF6-7DE6-4F73-FDABC37D3D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02DD9C-FCB1-12A3-608B-52D85EAF8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C2905-04D9-4486-99D9-B04B4CD2AC69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CF4387-0ED1-B744-D4D5-3746A0C78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38E0FE-8075-947D-D89D-3AB6443D1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28BA4-2AAF-4AAC-9747-A1937C8D05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211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1070AFE-22F9-0447-2C27-E552940423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08D106-A876-474C-E556-EF5FF34EB9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1B6C73-8F55-8A23-6BBF-216966153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C2905-04D9-4486-99D9-B04B4CD2AC69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1D9CF0-D0A4-2464-2993-0F3165236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F2D40A-9799-ABF8-39D0-DDB16F798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28BA4-2AAF-4AAC-9747-A1937C8D05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610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8E1C54-2EDB-8AE3-9CA1-15BD0F870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CC1511-1E36-4B16-BF79-A7157066CD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312E95-7A78-E239-3489-C09C4B0FA1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FC2905-04D9-4486-99D9-B04B4CD2AC69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56362B-A57D-F1F2-B285-076F8F3E47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775C7E-1D91-946C-2C37-32CDF291D3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528BA4-2AAF-4AAC-9747-A1937C8D05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065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A90A39E4-1C25-0731-922E-7059B8B9BDD8}"/>
              </a:ext>
            </a:extLst>
          </p:cNvPr>
          <p:cNvGrpSpPr/>
          <p:nvPr/>
        </p:nvGrpSpPr>
        <p:grpSpPr>
          <a:xfrm>
            <a:off x="6095999" y="1610477"/>
            <a:ext cx="1584153" cy="1324777"/>
            <a:chOff x="6501068" y="1293719"/>
            <a:chExt cx="1584153" cy="1324777"/>
          </a:xfrm>
        </p:grpSpPr>
        <p:pic>
          <p:nvPicPr>
            <p:cNvPr id="10" name="Picture 9" descr="Arduino logo histoire et signification, evolution, symbole Arduino">
              <a:extLst>
                <a:ext uri="{FF2B5EF4-FFF2-40B4-BE49-F238E27FC236}">
                  <a16:creationId xmlns:a16="http://schemas.microsoft.com/office/drawing/2014/main" id="{148692F4-2175-670A-0841-7F933A9FBDC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24184" y="1978416"/>
              <a:ext cx="1137920" cy="64008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041827C-3F03-429D-6404-1BD6B4371BC4}"/>
                </a:ext>
              </a:extLst>
            </p:cNvPr>
            <p:cNvSpPr txBox="1"/>
            <p:nvPr/>
          </p:nvSpPr>
          <p:spPr>
            <a:xfrm>
              <a:off x="6501068" y="1293719"/>
              <a:ext cx="158415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u="sng" dirty="0"/>
                <a:t>Flue temp</a:t>
              </a:r>
            </a:p>
            <a:p>
              <a:pPr algn="ctr"/>
              <a:r>
                <a:rPr lang="en-US" u="sng" dirty="0"/>
                <a:t>measurement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1E43076-500C-5BA1-72D9-3A3D9ADB3241}"/>
              </a:ext>
            </a:extLst>
          </p:cNvPr>
          <p:cNvGrpSpPr/>
          <p:nvPr/>
        </p:nvGrpSpPr>
        <p:grpSpPr>
          <a:xfrm>
            <a:off x="4264523" y="1609435"/>
            <a:ext cx="1613583" cy="1325819"/>
            <a:chOff x="2759340" y="1158674"/>
            <a:chExt cx="1613583" cy="1325819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CF7271A-25C2-DCF3-7985-2A7A01A602F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25729" r="24873"/>
            <a:stretch>
              <a:fillRect/>
            </a:stretch>
          </p:blipFill>
          <p:spPr>
            <a:xfrm>
              <a:off x="3282920" y="1841023"/>
              <a:ext cx="566414" cy="643470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31594DB-CAF8-FDE4-9082-E00C0F65EFF8}"/>
                </a:ext>
              </a:extLst>
            </p:cNvPr>
            <p:cNvSpPr txBox="1"/>
            <p:nvPr/>
          </p:nvSpPr>
          <p:spPr>
            <a:xfrm>
              <a:off x="2759340" y="1158674"/>
              <a:ext cx="161358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u="sng" dirty="0"/>
                <a:t>Transfer pump</a:t>
              </a:r>
            </a:p>
            <a:p>
              <a:pPr algn="ctr"/>
              <a:r>
                <a:rPr lang="en-US" u="sng" dirty="0"/>
                <a:t>controller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6BAFFE4-CB52-5C45-3AE9-B19B971DA078}"/>
              </a:ext>
            </a:extLst>
          </p:cNvPr>
          <p:cNvGrpSpPr/>
          <p:nvPr/>
        </p:nvGrpSpPr>
        <p:grpSpPr>
          <a:xfrm>
            <a:off x="2606108" y="1609435"/>
            <a:ext cx="1440523" cy="1325819"/>
            <a:chOff x="2626930" y="3360962"/>
            <a:chExt cx="1440523" cy="1325819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C51DC476-1044-1AD7-A006-813D9A350D5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25729" r="24873"/>
            <a:stretch>
              <a:fillRect/>
            </a:stretch>
          </p:blipFill>
          <p:spPr>
            <a:xfrm>
              <a:off x="3063979" y="4043311"/>
              <a:ext cx="566414" cy="643470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05E7206-E7C6-1CF2-9DC0-74CEF7869FAE}"/>
                </a:ext>
              </a:extLst>
            </p:cNvPr>
            <p:cNvSpPr txBox="1"/>
            <p:nvPr/>
          </p:nvSpPr>
          <p:spPr>
            <a:xfrm>
              <a:off x="2626930" y="3360962"/>
              <a:ext cx="144052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u="sng" dirty="0"/>
                <a:t>Holding tank</a:t>
              </a:r>
            </a:p>
            <a:p>
              <a:pPr algn="ctr"/>
              <a:r>
                <a:rPr lang="en-US" u="sng" dirty="0"/>
                <a:t>monitor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6A9E0D7-438B-271E-8469-34C7C1A1CF32}"/>
              </a:ext>
            </a:extLst>
          </p:cNvPr>
          <p:cNvGrpSpPr/>
          <p:nvPr/>
        </p:nvGrpSpPr>
        <p:grpSpPr>
          <a:xfrm>
            <a:off x="1434109" y="1609435"/>
            <a:ext cx="954107" cy="1325819"/>
            <a:chOff x="1485554" y="3360962"/>
            <a:chExt cx="954107" cy="1325819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84B64C8D-3E7D-C855-2C13-256FAAED016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25729" r="24873"/>
            <a:stretch>
              <a:fillRect/>
            </a:stretch>
          </p:blipFill>
          <p:spPr>
            <a:xfrm>
              <a:off x="1679395" y="4043311"/>
              <a:ext cx="566414" cy="643470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9208517-59DE-9340-9A60-D9DE9199573B}"/>
                </a:ext>
              </a:extLst>
            </p:cNvPr>
            <p:cNvSpPr txBox="1"/>
            <p:nvPr/>
          </p:nvSpPr>
          <p:spPr>
            <a:xfrm>
              <a:off x="1485554" y="3360962"/>
              <a:ext cx="95410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u="sng" dirty="0"/>
                <a:t>Flue O2</a:t>
              </a:r>
            </a:p>
            <a:p>
              <a:pPr algn="ctr"/>
              <a:r>
                <a:rPr lang="en-US" u="sng" dirty="0"/>
                <a:t>sensor</a:t>
              </a: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6BAFE054-34EB-7A51-19C0-26DC41D13200}"/>
              </a:ext>
            </a:extLst>
          </p:cNvPr>
          <p:cNvGrpSpPr/>
          <p:nvPr/>
        </p:nvGrpSpPr>
        <p:grpSpPr>
          <a:xfrm>
            <a:off x="4788103" y="4238968"/>
            <a:ext cx="926599" cy="1325819"/>
            <a:chOff x="4814379" y="4323532"/>
            <a:chExt cx="926599" cy="1325819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B2CA0084-6FFB-8298-DD41-80A3CC9D137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25729" r="24873"/>
            <a:stretch>
              <a:fillRect/>
            </a:stretch>
          </p:blipFill>
          <p:spPr>
            <a:xfrm>
              <a:off x="4994471" y="5005881"/>
              <a:ext cx="566414" cy="643470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FF8E4C1-A863-90EE-96B7-876576FA9102}"/>
                </a:ext>
              </a:extLst>
            </p:cNvPr>
            <p:cNvSpPr txBox="1"/>
            <p:nvPr/>
          </p:nvSpPr>
          <p:spPr>
            <a:xfrm>
              <a:off x="4814379" y="4323532"/>
              <a:ext cx="926599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u="sng" dirty="0"/>
                <a:t>Display</a:t>
              </a:r>
            </a:p>
            <a:p>
              <a:pPr algn="ctr"/>
              <a:r>
                <a:rPr lang="en-US" u="sng" dirty="0"/>
                <a:t>screen</a:t>
              </a: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E81C456B-58E3-D34A-0390-086D677B5129}"/>
              </a:ext>
            </a:extLst>
          </p:cNvPr>
          <p:cNvSpPr txBox="1"/>
          <p:nvPr/>
        </p:nvSpPr>
        <p:spPr>
          <a:xfrm>
            <a:off x="3606452" y="3180265"/>
            <a:ext cx="12509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u="sng" dirty="0"/>
              <a:t>Webserver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14DD0513-CCC4-3220-4B7A-87D957E71A4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8029" b="17327"/>
          <a:stretch>
            <a:fillRect/>
          </a:stretch>
        </p:blipFill>
        <p:spPr>
          <a:xfrm>
            <a:off x="3736832" y="3549597"/>
            <a:ext cx="990161" cy="640080"/>
          </a:xfrm>
          <a:prstGeom prst="rect">
            <a:avLst/>
          </a:prstGeom>
        </p:spPr>
      </p:pic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5F183AF8-4C26-3E44-4984-37E8CAFF1058}"/>
              </a:ext>
            </a:extLst>
          </p:cNvPr>
          <p:cNvCxnSpPr>
            <a:cxnSpLocks/>
            <a:stCxn id="13" idx="2"/>
            <a:endCxn id="27" idx="1"/>
          </p:cNvCxnSpPr>
          <p:nvPr/>
        </p:nvCxnSpPr>
        <p:spPr>
          <a:xfrm rot="16200000" flipH="1">
            <a:off x="3064407" y="3197211"/>
            <a:ext cx="934383" cy="41046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B487107B-7974-2D73-C9E7-B4DDE207C5C4}"/>
              </a:ext>
            </a:extLst>
          </p:cNvPr>
          <p:cNvCxnSpPr>
            <a:cxnSpLocks/>
            <a:stCxn id="15" idx="2"/>
            <a:endCxn id="27" idx="1"/>
          </p:cNvCxnSpPr>
          <p:nvPr/>
        </p:nvCxnSpPr>
        <p:spPr>
          <a:xfrm rot="16200000" flipH="1">
            <a:off x="2356803" y="2489607"/>
            <a:ext cx="934383" cy="182567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20D10BC1-B824-4091-DA18-84F823104FF7}"/>
              </a:ext>
            </a:extLst>
          </p:cNvPr>
          <p:cNvCxnSpPr>
            <a:cxnSpLocks/>
            <a:stCxn id="9" idx="2"/>
            <a:endCxn id="27" idx="3"/>
          </p:cNvCxnSpPr>
          <p:nvPr/>
        </p:nvCxnSpPr>
        <p:spPr>
          <a:xfrm rot="5400000">
            <a:off x="4431961" y="3230287"/>
            <a:ext cx="934383" cy="34431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6AC2C5B6-5F70-B491-D745-94C0A869A659}"/>
              </a:ext>
            </a:extLst>
          </p:cNvPr>
          <p:cNvCxnSpPr>
            <a:cxnSpLocks/>
            <a:stCxn id="10" idx="2"/>
            <a:endCxn id="27" idx="3"/>
          </p:cNvCxnSpPr>
          <p:nvPr/>
        </p:nvCxnSpPr>
        <p:spPr>
          <a:xfrm rot="5400000">
            <a:off x="5340343" y="2321904"/>
            <a:ext cx="934383" cy="216108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FBC0532E-72D9-DFAC-4650-488DC6EEB87F}"/>
              </a:ext>
            </a:extLst>
          </p:cNvPr>
          <p:cNvCxnSpPr>
            <a:cxnSpLocks/>
            <a:stCxn id="27" idx="2"/>
            <a:endCxn id="22" idx="1"/>
          </p:cNvCxnSpPr>
          <p:nvPr/>
        </p:nvCxnSpPr>
        <p:spPr>
          <a:xfrm rot="16200000" flipH="1">
            <a:off x="4073367" y="4348223"/>
            <a:ext cx="1053375" cy="73628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: Elbow 67">
            <a:extLst>
              <a:ext uri="{FF2B5EF4-FFF2-40B4-BE49-F238E27FC236}">
                <a16:creationId xmlns:a16="http://schemas.microsoft.com/office/drawing/2014/main" id="{688F6B5C-9B32-F7E0-0E3C-AFD692CC58A2}"/>
              </a:ext>
            </a:extLst>
          </p:cNvPr>
          <p:cNvCxnSpPr>
            <a:cxnSpLocks/>
            <a:stCxn id="27" idx="2"/>
            <a:endCxn id="71" idx="3"/>
          </p:cNvCxnSpPr>
          <p:nvPr/>
        </p:nvCxnSpPr>
        <p:spPr>
          <a:xfrm rot="5400000">
            <a:off x="3381854" y="4392992"/>
            <a:ext cx="1053375" cy="64674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2" name="Group 71">
            <a:extLst>
              <a:ext uri="{FF2B5EF4-FFF2-40B4-BE49-F238E27FC236}">
                <a16:creationId xmlns:a16="http://schemas.microsoft.com/office/drawing/2014/main" id="{577E4157-A145-70DE-6389-04CD498D748F}"/>
              </a:ext>
            </a:extLst>
          </p:cNvPr>
          <p:cNvGrpSpPr/>
          <p:nvPr/>
        </p:nvGrpSpPr>
        <p:grpSpPr>
          <a:xfrm>
            <a:off x="2467193" y="4238968"/>
            <a:ext cx="1486625" cy="1324124"/>
            <a:chOff x="2503946" y="4238968"/>
            <a:chExt cx="1486625" cy="1324124"/>
          </a:xfrm>
        </p:grpSpPr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DD89378D-60C8-E362-24A7-98430A898EE3}"/>
                </a:ext>
              </a:extLst>
            </p:cNvPr>
            <p:cNvSpPr txBox="1"/>
            <p:nvPr/>
          </p:nvSpPr>
          <p:spPr>
            <a:xfrm>
              <a:off x="2503946" y="4238968"/>
              <a:ext cx="148662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u="sng" dirty="0"/>
                <a:t>Web browser</a:t>
              </a:r>
            </a:p>
            <a:p>
              <a:pPr algn="ctr"/>
              <a:r>
                <a:rPr lang="en-US" u="sng" dirty="0"/>
                <a:t>display</a:t>
              </a:r>
            </a:p>
          </p:txBody>
        </p:sp>
        <p:pic>
          <p:nvPicPr>
            <p:cNvPr id="71" name="Picture 70" descr="Vector Browser Icon 442546 Vector Art at Vecteezy">
              <a:extLst>
                <a:ext uri="{FF2B5EF4-FFF2-40B4-BE49-F238E27FC236}">
                  <a16:creationId xmlns:a16="http://schemas.microsoft.com/office/drawing/2014/main" id="{5A59FBEB-28BE-44F2-9818-730A377514E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11160" t="16518" r="10154" b="16267"/>
            <a:stretch>
              <a:fillRect/>
            </a:stretch>
          </p:blipFill>
          <p:spPr>
            <a:xfrm>
              <a:off x="2872595" y="4923012"/>
              <a:ext cx="749326" cy="6400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8541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19</Words>
  <Application>Microsoft Office PowerPoint</Application>
  <PresentationFormat>Widescreen</PresentationFormat>
  <Paragraphs>14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Jeremy Matt</dc:creator>
  <cp:lastModifiedBy>Jeremy Matt</cp:lastModifiedBy>
  <cp:revision>2</cp:revision>
  <dcterms:created xsi:type="dcterms:W3CDTF">2026-06-21T00:43:08Z</dcterms:created>
  <dcterms:modified xsi:type="dcterms:W3CDTF">2026-06-21T01:33:04Z</dcterms:modified>
</cp:coreProperties>
</file>